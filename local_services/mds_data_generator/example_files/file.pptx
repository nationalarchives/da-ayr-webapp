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fc74a693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fc74a69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fc74a693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fc74a693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fc74a693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fc74a693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